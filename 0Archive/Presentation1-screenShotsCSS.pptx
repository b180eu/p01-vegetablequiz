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767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E369-B9A1-5074-7070-3D41416E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D0E26-1380-FC7C-E25A-A13E06E3F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AC51F-E956-FE98-F4D8-793962ED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9DD2D-993A-1868-A874-46EC47FE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26195-EB75-699F-0487-EFB98EBB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95048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DA90-2CE9-2DCD-DCB9-68092CA8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E40ED-5C78-D306-49CC-86B1C97F9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2DF2-9DC4-FD1E-47F5-B469CCFB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FE1E-82E5-1F4D-E9CE-2C9ED6B2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DD826-70CE-D037-E98D-4592D2B5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9264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C698-467C-6F55-791E-18A42C7A8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05391-F960-FCA2-293D-3B92CFCA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048C-1FC3-1B3A-D4BA-C8453CEA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3D8B5-213F-8788-7615-5B7C167E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AF0A0-36DE-3A30-4ECF-6D1E5D25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42307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1811-8965-D792-4A93-8F2DADD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B494D-87CD-00F0-923C-FE96707B1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57B84-988A-3CDC-9FE5-5DBA59A0B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DFE49-1F79-4889-E868-C674DA73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18081-0F1D-BE67-911E-29A71B214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9E87B-A0E1-A4FF-6726-40DA945F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780478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D2F2-0416-AD17-2EFE-A9E6642A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26C10-A13C-2AF6-C95B-F8D3A104E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63B44-EC0B-813E-ABE1-ADD2C91BB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D80D5-EFE8-D749-ABEE-5712E6011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75601-BB20-8494-CA8D-CA002B207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F962C8-8C48-5B79-50B3-20D7C392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4D587-8B95-44A6-B53A-D7E57F93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2D0BF-D634-8A78-991E-CC6DC8FB5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07250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18B4-702F-6C11-1D6E-9C41126A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9DDC1-6D71-C881-67DC-3DEC8C00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3A6D1-3C7C-61A6-B6FF-7BF78A29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9C45E-6C03-9887-63F5-87F47DF5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054482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796A8-6EF2-9359-5AE3-937DB594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6385F-0561-E90D-8664-15C98B20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BCC78-AFCD-ADBF-F213-359475B0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82238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B60B-4EEB-7C26-1C0A-89263A2EB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979A-3F54-B896-C093-29649F3A8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15914-29D3-D9D7-9D01-424900A72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07901-D71E-EF40-D385-0510EFD2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A4AA9-3425-00C2-3F6E-16F4C1F8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71872-B608-1DEF-4A91-B337EC7B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557557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AA69-0C57-043E-8E2D-B1C820E5D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AAAB9-D61F-14AC-D24C-425A43C24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006E7-BA1F-3F11-6E23-1AFC1186D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E8688-3B24-768A-85ED-E78D206B2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4B7DB-9F00-66E7-D419-D9E8C6E8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4D176-D5D9-A088-3DBA-AEFFB9DF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51085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8A21-48D3-858F-7FB9-D75B1AD3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9B22E-3552-2A66-A04B-B250526C6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DA0EC-7B4A-71DB-CF38-1EB6A18C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CEF61-09E1-4EFC-8A66-A8F12AD14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D9F6F-7B14-8FDE-23A0-1F526E9F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8255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CFC98-BF61-5B8D-4498-8F64DF70C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FCC61-5721-9181-A549-5F8DFD7EB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5A60E-1B3C-8566-EA5D-A58BA2358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7EE9E-7E88-9C40-EC02-0E0A4AA7A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13CB8-9F49-8C4F-EA3F-41C7E7FE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42481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62D8D-82C4-902C-7559-BFED24451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A50AF-45B7-BDFE-4039-2A19E0705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6FBB0-A197-FFBB-40EC-7A89141DC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0A92C-9A03-4619-A7DC-418E3CD3227F}" type="datetimeFigureOut">
              <a:rPr lang="lv-LV" smtClean="0"/>
              <a:t>29.09.2026</a:t>
            </a:fld>
            <a:endParaRPr lang="lv-L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9C3D0-BAD7-B716-B974-00E544501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1B664-5721-F49F-94C2-E66F8CD08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4C99F-58D8-4114-87B9-199ACB4E1C7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11837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9F72-1EE6-7839-978A-B64FA18C83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FC2A0-8CB9-0F7D-EB86-371A7B3E98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6BEEE-3ED9-4FAE-D5A0-C6338ED31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41" y="0"/>
            <a:ext cx="10263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01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D101-2F5C-596D-4CCD-8C1B175D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298F7-FACF-A10C-9C94-075F61B8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B670E-4CCF-EF98-0725-9ED7257F6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58"/>
            <a:ext cx="12192000" cy="677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0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64E6-A669-1338-0397-F180B3A7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2C08-0AED-32DE-8B29-F2C650216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8FDDC-00C8-9778-6884-FFEF276AF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67"/>
            <a:ext cx="12192000" cy="682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1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CAE4-EB51-4A7A-467D-2BFDB9430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24DC-FC07-4300-DA54-354A65CC1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C95C7-D4D3-8A9B-F40C-EB14DC423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62"/>
            <a:ext cx="12192000" cy="681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2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ED5A-8C7E-A137-2475-80C7A6F7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37A5C-7F58-9A53-A7CD-F85EA9830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D3A45-7E7B-6BDD-AAF0-9D5550500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20"/>
            <a:ext cx="12192000" cy="681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81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B4853-0C64-578A-976C-DBA779E1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66EED-6EB1-A7DB-DC36-3D38FE865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58D2E-1342-FA5E-F8D3-6F156EFAE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01"/>
            <a:ext cx="12192000" cy="666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22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7D4F4-9368-E125-0D97-B8E4E7E8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C64D0-5731-474D-FEAF-195052F02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DD1DA-CCCE-C0D6-0864-419C0F814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7" y="0"/>
            <a:ext cx="12155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0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41F1-C0C3-EC8E-2BBC-905270C2D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F8CAA-B2B1-B358-E798-8FC1926E2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3B33C-CF16-4665-5A6D-13DAA2D8D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2"/>
            <a:ext cx="12192000" cy="685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8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F3AA-81EF-F98C-18A6-05EE3CEC2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7E233-37B4-A786-A949-166F719BE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741E4-40D4-ACD6-A4C2-C39514799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" y="0"/>
            <a:ext cx="12180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2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BD20-2CDC-89F0-02ED-C4296D66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F5850-7994-2DB0-03E5-01A54533A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4D3C5-A749-C2FF-6803-ADEB8E985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4"/>
            <a:ext cx="12192000" cy="684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24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39D0-BD6C-A210-C4F7-DE23EA27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FC5AD-A055-2B76-819D-B0AD835B9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21F3B-B704-33BB-D5F7-4FAEC20CD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96" y="0"/>
            <a:ext cx="10615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9AD0-0FFC-328F-D19E-D7A0777A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A12CA-7CCA-971D-0D3E-3F575C0EA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53435-B428-5E5F-A7E8-4025389E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15" y="0"/>
            <a:ext cx="10595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60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F48E-E12E-C2AF-F173-55C10C6D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EFC83-D39F-BE80-BEC7-95752D810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2372F-3AEC-C04F-7004-A6FE87FAE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73" y="0"/>
            <a:ext cx="10613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98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972E-A111-FC13-22CF-65C54782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7A1E-87E9-6244-60EB-C5848A0C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96500-77B0-D4A7-3760-24573809D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10" y="0"/>
            <a:ext cx="106205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14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FC90-4DE2-0596-3CF7-603DF621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FD967-22EF-7546-250D-4C8DA3E86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AA835-E235-5997-D0FF-1843A7DC3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98" y="0"/>
            <a:ext cx="10575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95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CD4F-8C96-E756-BF7A-950EBB1C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4458D-BF0F-7D5A-5159-A1684C110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A9C72C-186A-9F2D-349D-30926B80F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94" y="0"/>
            <a:ext cx="10585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89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5AD0-07A6-AD81-03E9-32EF053B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F942E-4840-EED6-08CC-09E584B19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14102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Janis Valdmanis</dc:creator>
  <cp:lastModifiedBy>Janis Valdmanis</cp:lastModifiedBy>
  <cp:revision>1</cp:revision>
  <dcterms:created xsi:type="dcterms:W3CDTF">2026-09-29T12:10:32Z</dcterms:created>
  <dcterms:modified xsi:type="dcterms:W3CDTF">2026-09-29T13:27:04Z</dcterms:modified>
</cp:coreProperties>
</file>